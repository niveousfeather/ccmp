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78" y="10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736965-F726-4192-8461-9D12C374B923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282482-272F-4234-A0E7-505EE4F6F0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58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Speaker notes from PowerPoint.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282482-272F-4234-A0E7-505EE4F6F03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154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30992-7F3A-88BB-343E-6EB6FC54E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9BF22B-3E1A-0F37-A599-F187F3451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F697F7-EE95-942D-8222-88109109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39682-C4B6-4E89-9C48-DEFD559619E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9997E4-8E6A-346E-40E3-6791D11C6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E74BBB-0FDB-C51C-5EBD-A1064C75F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429F-A245-44C3-9750-E8C7ADB2C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51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8DC2F-D78E-A733-8966-F07BDE2A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BDF103-C8AC-6531-EFDE-1E665A9C0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BCF20C-A629-DFBC-7755-1B82CD34D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39682-C4B6-4E89-9C48-DEFD559619E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EA4610-F9D7-38A4-CAF1-9B9775A1E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B83BD9-DC43-D6B8-44E8-8AC092A4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429F-A245-44C3-9750-E8C7ADB2C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4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199C16-440E-F03D-6B72-553396500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38E01A-4ACE-A48B-CF4D-002B6AF97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C994E8-1414-8B4A-2837-E0F587D79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39682-C4B6-4E89-9C48-DEFD559619E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AE4C9B-48F1-CBA6-3D5C-BDAC3ABC2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A85D9D-7C9C-CC03-6255-5919C2316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429F-A245-44C3-9750-E8C7ADB2C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866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7CEEEA-9383-F57B-98A1-E33014A82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2A0F6E-A7C2-A839-2637-048CA18E6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812ABC-45EB-50DA-1B44-3EB0517BF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2F676B-3D87-8CBB-F247-EBFF6972F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39682-C4B6-4E89-9C48-DEFD559619E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719190-DD03-3E4A-E259-2EDAE308F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A52104-FFAB-21ED-9FB6-49F74276F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429F-A245-44C3-9750-E8C7ADB2C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834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2259F-F776-348C-B3EB-7504C0071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10C8C2-7EDA-4A18-3F2A-D5142405D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FAD791-48F3-3794-DFD1-C145F9802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705F15-7067-D59B-FFAF-CB2831383E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DE0721-7F6C-A696-E4D4-464FEC147F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CE7237-0BAA-E3CC-F493-48CECA9D5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39682-C4B6-4E89-9C48-DEFD559619E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494F80C-7F85-3D3A-2A43-EFD134CAF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DBDB3C3-2606-FEFD-04F3-E58CB959D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429F-A245-44C3-9750-E8C7ADB2C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06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E5398-6F0E-8F59-12B3-261A655FC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9159D0-EF8B-0C75-BAD6-C861D69EA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39682-C4B6-4E89-9C48-DEFD559619E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039C5F-D8A2-5ECB-C4B3-A08C15704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2911D4-A109-5310-486D-2FF3D863E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429F-A245-44C3-9750-E8C7ADB2C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051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0FF6855-6443-E8F8-20EF-7BC2E04C5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39682-C4B6-4E89-9C48-DEFD559619E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6B1CAA1-EE4F-63E4-DF37-881098D9F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A1C582-6289-4D41-E94E-5FC3D603D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429F-A245-44C3-9750-E8C7ADB2C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475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CA651C-D473-3847-CF83-23C9C8749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3D2978-6CD8-846A-1A5E-500C6B669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A9AE72-13B7-D4CC-E660-86AF4A436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1D7DED-5FA7-B053-F3EB-C3093D92F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39682-C4B6-4E89-9C48-DEFD559619E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C4D9C6-6029-6935-0E3E-F19994F99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F59994-F6B8-4CF6-D853-2DAAFE356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429F-A245-44C3-9750-E8C7ADB2C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136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E1476-7A8A-A952-E65E-A368C36C2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642157-9FD9-9540-8CF2-9F1275743D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1826A8-9BDC-188D-80B2-3AA18FA10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B3E6AA-3635-8760-465D-55D7F7059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39682-C4B6-4E89-9C48-DEFD559619E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2292A7-0BEC-318A-40E2-2DA2811A6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7E81CD-0579-ECFB-CF75-622B453E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429F-A245-44C3-9750-E8C7ADB2C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338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E68135-5BF6-C57C-36EC-8F9CDC89C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0A8C28-8C11-7F3A-C09B-8C09C964C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E1FB6B-6EDA-1C5A-5E41-3B7636936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39682-C4B6-4E89-9C48-DEFD559619E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A1E677-F108-0900-3CD7-9354BA52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9AB7DF-F36A-FD70-C093-11C754A85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429F-A245-44C3-9750-E8C7ADB2C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43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E89E2A-0F2F-25AC-AA59-D608B8DC92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392E0E-BC17-9A52-25AD-C8B894C01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FA0CF7-35F3-8E6B-ADF0-2BCC5CFD3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39682-C4B6-4E89-9C48-DEFD559619E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4F1D2-7FE0-DFE5-EE78-34E83DB4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ECA1FC-39C8-F5C2-EC7B-CD062488D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429F-A245-44C3-9750-E8C7ADB2C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24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7F9DCFB-C6CD-3DB6-2D88-D3BDD92C5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4E07DF-F557-797D-B2B4-707BFF9C5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035AEB-105D-51B2-F55D-6CED23D193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339682-C4B6-4E89-9C48-DEFD559619E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34EE3C-9B56-D763-9EE4-60AE51C41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2B63D2-5B64-1F79-5F3C-979058CFB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08429F-A245-44C3-9750-E8C7ADB2C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889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F348E16-4E90-0CC7-7388-BC7001924C36}"/>
              </a:ext>
            </a:extLst>
          </p:cNvPr>
          <p:cNvSpPr txBox="1"/>
          <p:nvPr/>
        </p:nvSpPr>
        <p:spPr>
          <a:xfrm>
            <a:off x="1016000" y="1016000"/>
            <a:ext cx="635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Test Slide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665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宽屏</PresentationFormat>
  <Paragraphs>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yunming</dc:creator>
  <cp:lastModifiedBy>yunming</cp:lastModifiedBy>
  <cp:revision>1</cp:revision>
  <dcterms:created xsi:type="dcterms:W3CDTF">2026-05-10T08:45:38Z</dcterms:created>
  <dcterms:modified xsi:type="dcterms:W3CDTF">2026-05-10T08:45:38Z</dcterms:modified>
</cp:coreProperties>
</file>